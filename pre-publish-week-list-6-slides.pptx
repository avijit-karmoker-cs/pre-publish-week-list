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3840480" cy="347472"/>
          </a:xfrm>
          <a:prstGeom prst="roundRect">
            <a:avLst>
              <a:gd name="adj" fmla="val 50000"/>
            </a:avLst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venir Next"/>
              </a:rPr>
              <a:t>Atlantic Canada · Startup support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2C3D"/>
                </a:solidFill>
                <a:latin typeface="Avenir Next"/>
              </a:rPr>
              <a:t>Staff cannot see who is running what — so events collide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A555C"/>
                </a:solidFill>
                <a:latin typeface="Avenir Next"/>
              </a:rPr>
              <a:t>Best problem to solve → Pre-Publish Week List (2-week pilot ≤ CAD 200)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633472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7A6B"/>
                </a:solidFill>
                <a:latin typeface="Avenir Next"/>
              </a:rPr>
              <a:t>The problem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About 25 orgs run founder events with no shared view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Staff publish blind → same-day clashes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Founders skip, split, or land in the wrong room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Thin teams cannot take on a daily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633472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45C26"/>
                </a:solidFill>
                <a:latin typeface="Avenir Next"/>
              </a:rPr>
              <a:t>The bet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Shared week list for 5–8 orgs (not all 25)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Fields: title · date · time band · org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Check before publish (~2 minutes)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Measure 2 weeks · stop if unused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5C"/>
                </a:solidFill>
                <a:latin typeface="Avenir Next"/>
              </a:rPr>
              <a:t>Atlantic Canada · Startup event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55C"/>
                </a:solidFill>
                <a:latin typeface="Avenir Next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C3D"/>
                </a:solidFill>
                <a:latin typeface="Avenir Next"/>
              </a:rPr>
              <a:t>What we heard — problems from interviews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Avenir Next"/>
              </a:rPr>
              <a:t>Jordan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4416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F24"/>
                </a:solidFill>
                <a:latin typeface="Avenir Next"/>
              </a:rPr>
              <a:t>Publish without knowing peers; rejects daily checklists; thin overlap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34416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555C"/>
                </a:solidFill>
                <a:latin typeface="Avenir Next"/>
              </a:rPr>
              <a:t>No shared visibility; cannot add heavy 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Avenir Next"/>
              </a:rPr>
              <a:t>Renée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30428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F24"/>
                </a:solidFill>
                <a:latin typeface="Avenir Next"/>
              </a:rPr>
              <a:t>Discovery ≤ CAD 200; needs clash/attendance proof before ongoing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30428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555C"/>
                </a:solidFill>
                <a:latin typeface="Avenir Next"/>
              </a:rPr>
              <a:t>Tight budget; proof required; no big build yet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546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Avenir Next"/>
              </a:rPr>
              <a:t>Devon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644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F24"/>
                </a:solidFill>
                <a:latin typeface="Avenir Next"/>
              </a:rPr>
              <a:t>Eventbrite + 2 Google calendars; no cross-org feed; no prod credentials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26440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555C"/>
                </a:solidFill>
                <a:latin typeface="Avenir Next"/>
              </a:rPr>
              <a:t>Manual sprawl; cannot sustain fragile integrations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Avenir Next"/>
              </a:rPr>
              <a:t>Mia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2245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F24"/>
                </a:solidFill>
                <a:latin typeface="Avenir Next"/>
              </a:rPr>
              <a:t>Checks 3 calendars by hand; texts 2 contacts; others found too 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22452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555C"/>
                </a:solidFill>
                <a:latin typeface="Avenir Next"/>
              </a:rPr>
              <a:t>Manual checks fail; incomplete peer network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Avenir Next"/>
              </a:rPr>
              <a:t>Sam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18464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F24"/>
                </a:solidFill>
                <a:latin typeface="Avenir Next"/>
              </a:rPr>
              <a:t>Skips/splits when similar events share a day; Thursdays feel packed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18464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555C"/>
                </a:solidFill>
                <a:latin typeface="Avenir Next"/>
              </a:rPr>
              <a:t>Founder harm: missed learning; fragmented attendance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5C"/>
                </a:solidFill>
                <a:latin typeface="Avenir Next"/>
              </a:rPr>
              <a:t>Atlantic Canada · Startup event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55C"/>
                </a:solidFill>
                <a:latin typeface="Avenir Next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C3D"/>
                </a:solidFill>
                <a:latin typeface="Avenir Next"/>
              </a:rPr>
              <a:t>Best problem to solve (framework pick)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1F24"/>
                </a:solidFill>
                <a:latin typeface="Avenir Next"/>
              </a:rPr>
              <a:t>Chosen problem: Org staff lack a shared pre-publish view of peer events, so preventable same-day clashes keep happening — and any fix must stay light enough for thin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542032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7A6B"/>
                </a:solidFill>
                <a:latin typeface="Avenir Next"/>
              </a:rPr>
              <a:t>Why this one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Matches Jordan’s job and Mia’s workflow pain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Explains Sam’s skipped / split attendance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Fits Renée’s proof-before-pay stance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Respects Devon’s no-fragile-tools limit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Problem stated without assuming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542032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45C26"/>
                </a:solidFill>
                <a:latin typeface="Avenir Next"/>
              </a:rPr>
              <a:t>Rejected alternatives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Full event marketplace — too big for CAD 200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Personal founder budget calendar — wrong customer (Sam)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Daily coordination checklist — Jordan already rejects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Production integration next week — not approved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5C"/>
                </a:solidFill>
                <a:latin typeface="Avenir Next"/>
              </a:rPr>
              <a:t>Atlantic Canada · Startup event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55C"/>
                </a:solidFill>
                <a:latin typeface="Avenir Next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C3D"/>
                </a:solidFill>
                <a:latin typeface="Avenir Next"/>
              </a:rPr>
              <a:t>Solution: Pre-Publish Week 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44751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7A6B"/>
                </a:solidFill>
                <a:latin typeface="Avenir Next"/>
              </a:rPr>
              <a:t>What it is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One shared sheet for 5–8 orgs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Fields: title · date · time band · org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Rule: check → publish → add row (~2 min)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Run 2 weeks · count clashes · stop if unused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444751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45C26"/>
                </a:solidFill>
                <a:latin typeface="Avenir Next"/>
              </a:rPr>
              <a:t>What it is not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Not an Eventbrite replacement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Not a public founder app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Not a paid platform in bet 1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Not a daily checklist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7A6B"/>
                </a:solidFill>
                <a:latin typeface="Avenir Next"/>
              </a:rPr>
              <a:t>Success / fail</a:t>
            </a:r>
          </a:p>
          <a:p>
            <a:r>
              <a:rPr sz="1500" b="0">
                <a:solidFill>
                  <a:srgbClr val="FFFFFF"/>
                </a:solidFill>
                <a:latin typeface="Avenir Next"/>
              </a:rPr>
              <a:t>Success: clashes among pilots drop a lot and posting stays easy.  Fail/stop: people ignore the sheet, effort rises, or clashes do not move.  Cost envelope ≤ CAD 200 (target $0).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5C"/>
                </a:solidFill>
                <a:latin typeface="Avenir Next"/>
              </a:rPr>
              <a:t>Atlantic Canada · Startup event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55C"/>
                </a:solidFill>
                <a:latin typeface="Avenir Next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C3D"/>
                </a:solidFill>
                <a:latin typeface="Avenir Next"/>
              </a:rPr>
              <a:t>Problem-solving steps 02–06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" cy="8686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99032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2C3D"/>
                </a:solidFill>
                <a:latin typeface="Avenir Next"/>
              </a:rPr>
              <a:t>02 Motivations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399032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24"/>
                </a:solidFill>
                <a:latin typeface="Avenir Next"/>
              </a:rPr>
              <a:t>Renée: free test, pay later with proof. Jordan: fewer clashes, no heavy work. Devon: sheet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09728" cy="8686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9152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2C3D"/>
                </a:solidFill>
                <a:latin typeface="Avenir Next"/>
              </a:rPr>
              <a:t>03 Mindset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59152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24"/>
                </a:solidFill>
                <a:latin typeface="Avenir Next"/>
              </a:rPr>
              <a:t>Jordan early majority — short test. Renée &amp; Devon late majority — familiar, low-risk tools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546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109728" cy="8686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19272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2C3D"/>
                </a:solidFill>
                <a:latin typeface="Avenir Next"/>
              </a:rPr>
              <a:t>04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319272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24"/>
                </a:solidFill>
                <a:latin typeface="Avenir Next"/>
              </a:rPr>
              <a:t>Jordan high importance / low satisfaction. Misalignment → only a tiny bet until scores confirmed.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109728" cy="8686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79392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2C3D"/>
                </a:solidFill>
                <a:latin typeface="Avenir Next"/>
              </a:rPr>
              <a:t>05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279392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24"/>
                </a:solidFill>
                <a:latin typeface="Avenir Next"/>
              </a:rPr>
              <a:t>Value first (are clashes real?). Usability next (will they post?). Feasibility easy (sheet).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074920"/>
            <a:ext cx="109728" cy="8686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39512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2C3D"/>
                </a:solidFill>
                <a:latin typeface="Avenir Next"/>
              </a:rPr>
              <a:t>06 Experiment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239512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24"/>
                </a:solidFill>
                <a:latin typeface="Avenir Next"/>
              </a:rPr>
              <a:t>2-week sprint: problem → assumption → expected → actual. Stop is a valid success.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5C"/>
                </a:solidFill>
                <a:latin typeface="Avenir Next"/>
              </a:rPr>
              <a:t>Atlantic Canada · Startup event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55C"/>
                </a:solidFill>
                <a:latin typeface="Avenir Next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C3D"/>
                </a:solidFill>
                <a:latin typeface="Avenir Next"/>
              </a:rPr>
              <a:t>Feasible and usable — why this can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44751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7A6B"/>
                </a:solidFill>
                <a:latin typeface="Avenir Next"/>
              </a:rPr>
              <a:t>Feasible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Build time: hours, not months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Skills present: Devon already runs Google tools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Budget: within CAD 200; often $0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No production servers or API credentials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Start with Harbour Launch + Mia’s peers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444751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45C26"/>
                </a:solidFill>
                <a:latin typeface="Avenir Next"/>
              </a:rPr>
              <a:t>Usable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One ritual: look before publish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Under ~2 minutes — no daily checklist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Familiar Sheet for late-majority buyers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Mia’s 3-calendar scan becomes one list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F24"/>
                </a:solidFill>
                <a:latin typeface="Avenir Next"/>
              </a:rPr>
              <a:t>•  If unused → stop; no forced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00600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venir Next"/>
              </a:rPr>
              <a:t>Ask</a:t>
            </a:r>
          </a:p>
          <a:p>
            <a:r>
              <a:rPr sz="1600" b="1">
                <a:solidFill>
                  <a:srgbClr val="FFFFFF"/>
                </a:solidFill>
                <a:latin typeface="Avenir Next"/>
              </a:rPr>
              <a:t>Approve a 2-week Pre-Publish Week List pilot with 5–8 orgs. Measure clashes. Continue, pivot, or stop on Day 15.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5C"/>
                </a:solidFill>
                <a:latin typeface="Avenir Next"/>
              </a:rPr>
              <a:t>Atlantic Canada · Startup event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55C"/>
                </a:solidFill>
                <a:latin typeface="Avenir Next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